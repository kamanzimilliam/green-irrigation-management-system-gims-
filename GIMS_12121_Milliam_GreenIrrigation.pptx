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2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90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43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55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18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97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1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1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55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35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63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53F0C-9CCF-4C89-BA29-C9A6D28070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2579821-7340-40B7-AED7-537C05CC18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4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639B-E6B0-98B2-B9CE-64E9358BB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Green Irrigation Management System (GIMS)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A20473-6F83-98BC-4958-6B6C534B36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49661" y="3691393"/>
            <a:ext cx="87051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Milliam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Kamanzimilliam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Systems &amp; PL/SQL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 / Course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Year: 2025</a:t>
            </a:r>
          </a:p>
        </p:txBody>
      </p:sp>
    </p:spTree>
    <p:extLst>
      <p:ext uri="{BB962C8B-B14F-4D97-AF65-F5344CB8AC3E}">
        <p14:creationId xmlns:p14="http://schemas.microsoft.com/office/powerpoint/2010/main" val="1051150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BF03E-28FE-8236-D020-799DC780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0CA36B-5637-CF23-9DE8-CC06D03DAD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956208"/>
            <a:ext cx="56845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irrigation monitoring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water and energy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unauthorized system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business intelligence analysis</a:t>
            </a:r>
          </a:p>
        </p:txBody>
      </p:sp>
    </p:spTree>
    <p:extLst>
      <p:ext uri="{BB962C8B-B14F-4D97-AF65-F5344CB8AC3E}">
        <p14:creationId xmlns:p14="http://schemas.microsoft.com/office/powerpoint/2010/main" val="9015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848B-47B3-3766-5931-76DFEC4A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I: SYSTEM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CA3588-1EDF-AAD0-F020-298CCA3F91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irrigation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system users &amp;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business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KPIs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A83CF-4F63-B846-7B56-40374EFD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868" y="2021305"/>
            <a:ext cx="6285641" cy="3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57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C928-4C15-82BD-F68F-23DD01EE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II: DATA MODELING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8C038F-50F1-B078-27E1-77D148E00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ER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entities &amp; relationships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&amp; foreign keys designed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tables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BFC6F-AE76-D009-1674-0D6CB7DB4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091" y="1994235"/>
            <a:ext cx="3799221" cy="362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2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5F6B0-9EF0-AE97-35D4-CF19EA0A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III: DATABASE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7BA222-78BB-C055-800E-888D10B0F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33097"/>
            <a:ext cx="522797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created with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Indexes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Referential integrity enforced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data types used</a:t>
            </a:r>
          </a:p>
        </p:txBody>
      </p:sp>
    </p:spTree>
    <p:extLst>
      <p:ext uri="{BB962C8B-B14F-4D97-AF65-F5344CB8AC3E}">
        <p14:creationId xmlns:p14="http://schemas.microsoft.com/office/powerpoint/2010/main" val="289807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2964-49FB-37C6-6C9E-CAAA3542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IV: DATABASE CONFIGURATION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5ED953-84F9-B2E6-F7DA-2F194EB58D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33097"/>
            <a:ext cx="462819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Pluggable Database (PDB)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user created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Tablespaces configured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 extend enabled</a:t>
            </a:r>
          </a:p>
        </p:txBody>
      </p:sp>
    </p:spTree>
    <p:extLst>
      <p:ext uri="{BB962C8B-B14F-4D97-AF65-F5344CB8AC3E}">
        <p14:creationId xmlns:p14="http://schemas.microsoft.com/office/powerpoint/2010/main" val="183355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BCD9-D003-F56E-D717-14DD9526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V: DATA INSERTION &amp; TESTING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0AFB45-1361-D05D-0D36-4FB6EF79DE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50+ realistic session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cases handled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 verified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queries executed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116C9-4731-B978-9F9F-4885BBB30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32" y="1966223"/>
            <a:ext cx="6853380" cy="352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85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691D-8402-A71B-443E-9575D322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VI: PL/SQL PROGRAMMING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A415AE-8DDC-D55E-C96E-00C6E01E6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Procedures for insert &amp; delete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for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Packages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 applied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F68C94-92BF-570A-B978-6A4BCA1E9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767" y="1985312"/>
            <a:ext cx="6748339" cy="3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0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4C909-A2C2-187F-8E9C-96052823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VII: TRIGGERS &amp; AUDIT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915F2E-3045-74ED-777F-E45DEE10B7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Weekday &amp; holiday restriction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 logging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actions tracked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enforced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51819F-C1EC-1CF1-5091-EBB3B381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11" y="2062996"/>
            <a:ext cx="6416183" cy="329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4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E8AD-9E21-1CF1-C312-027C6168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91BFB1-23F5-8DA7-8556-9ADA09A788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full Oracle smart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security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BI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real-world PL/SQL skills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68C6C-DFCB-887C-39DF-813C54F8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221" y="2050131"/>
            <a:ext cx="6588572" cy="359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430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192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Green Irrigation Management System (GIMS)</vt:lpstr>
      <vt:lpstr>PROJECT OVERVIEW</vt:lpstr>
      <vt:lpstr>PHASE I: SYSTEM ANALYSIS</vt:lpstr>
      <vt:lpstr>PHASE II: DATA MODELING</vt:lpstr>
      <vt:lpstr>PHASE III: DATABASE STRUCTURE</vt:lpstr>
      <vt:lpstr>PHASE IV: DATABASE CONFIGURATION</vt:lpstr>
      <vt:lpstr>PHASE V: DATA INSERTION &amp; TESTING</vt:lpstr>
      <vt:lpstr>PHASE VI: PL/SQL PROGRAMMING</vt:lpstr>
      <vt:lpstr>PHASE VII: TRIGGERS &amp; AUDIT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KEZA Tania</dc:creator>
  <cp:lastModifiedBy>KEZA Tania</cp:lastModifiedBy>
  <cp:revision>2</cp:revision>
  <dcterms:created xsi:type="dcterms:W3CDTF">2025-12-09T14:12:43Z</dcterms:created>
  <dcterms:modified xsi:type="dcterms:W3CDTF">2025-12-09T14:20:36Z</dcterms:modified>
</cp:coreProperties>
</file>